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1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657600" cy="36576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4754880"/>
            <a:ext cx="2377440" cy="23774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19456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SmartSplit</a:t>
            </a:r>
            <a:endParaRPr lang="en-US" sz="76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anything divisible — and remember the story.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5943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Pitch  ·  Innovation &amp; Entrepreneurship  ·  May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E21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"Who paid for what again?"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trip, dinner, or shared house bill — someone digs through chat history,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and bank apps. Splitwise wants you to type. Receipts pile up. Memory fades.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429768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434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53492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group trips end with unresolved IOUs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429768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4434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min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480560" y="53492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to split one dinner manually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429768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4434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321040" y="53492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those memories are kept anywhere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SmartSplit  ·  Problem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1247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0E21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Split isn't one dinner.</a:t>
            </a:r>
            <a:endParaRPr lang="en-US" sz="4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0E21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anything divisible.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457200" y="3931920"/>
            <a:ext cx="26974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0233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🍜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4754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1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meal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52120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Unequal items, service fee, deposit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3931920"/>
            <a:ext cx="26974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40233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✈️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520440" y="4754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1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whole trip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20440" y="52120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 batched across days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3931920"/>
            <a:ext cx="26974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40233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🏠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400800" y="4754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1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Household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52120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Rent, utilities, groceries, ongoing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98280" y="3931920"/>
            <a:ext cx="26974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81160" y="40233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☂️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281160" y="4754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1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Anything shared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281160" y="52120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an umbrella in the rain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SmartSplit  ·  Insight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1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operators who already split everything.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2697480" cy="3657600"/>
          </a:xfrm>
          <a:prstGeom prst="roundRect">
            <a:avLst>
              <a:gd name="adj" fmla="val 4068"/>
            </a:avLst>
          </a:prstGeom>
          <a:solidFill>
            <a:srgbClr val="0E2148"/>
          </a:solidFill>
          <a:ln w="12700">
            <a:solidFill>
              <a:srgbClr val="0E21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54480" y="2651760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291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7033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Speaker 9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43891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room.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the customer journey.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37560" y="2377440"/>
            <a:ext cx="2697480" cy="3657600"/>
          </a:xfrm>
          <a:prstGeom prst="roundRect">
            <a:avLst>
              <a:gd name="adj" fmla="val 4068"/>
            </a:avLst>
          </a:prstGeom>
          <a:solidFill>
            <a:srgbClr val="0E2148"/>
          </a:solidFill>
          <a:ln w="12700">
            <a:solidFill>
              <a:srgbClr val="0E21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2651760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3291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0440" y="37033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Speaker 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520440" y="43891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MVP.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AI agents for OCR + split.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2377440"/>
            <a:ext cx="2697480" cy="3657600"/>
          </a:xfrm>
          <a:prstGeom prst="roundRect">
            <a:avLst>
              <a:gd name="adj" fmla="val 4068"/>
            </a:avLst>
          </a:prstGeom>
          <a:solidFill>
            <a:srgbClr val="0E2148"/>
          </a:solidFill>
          <a:ln w="12700">
            <a:solidFill>
              <a:srgbClr val="0E21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0" y="2651760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3291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37033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Speaker 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00800" y="43891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surveys on Xiaohongshu.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098280" y="2377440"/>
            <a:ext cx="2697480" cy="3657600"/>
          </a:xfrm>
          <a:prstGeom prst="roundRect">
            <a:avLst>
              <a:gd name="adj" fmla="val 4068"/>
            </a:avLst>
          </a:prstGeom>
          <a:solidFill>
            <a:srgbClr val="0E2148"/>
          </a:solidFill>
          <a:ln w="12700">
            <a:solidFill>
              <a:srgbClr val="0E214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95560" y="2651760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3291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37033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Speaker 2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281160" y="43891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narrative.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 rubric mapping.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SmartSplit  ·  Team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21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photo. One trip. One settled tab.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walk through the unequal-dinner scenario from your seat.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Lab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512064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timeline of shared moments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88920" y="41148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788920" y="4663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88920" y="512064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"Unequal Dinner Split"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20640" y="41148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120640" y="4663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20640" y="512064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happens inside a group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52360" y="41148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452360" y="4663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Memory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452360" y="512064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GPS-pin the receipt to a place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784080" y="41148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784080" y="4663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784080" y="512064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× person → final liability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· FUNCTION · BENEFIT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1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SmartSplit different.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9202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21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Receipt-scan AI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2423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120640" y="20116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→ itemised list, no typing.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20640" y="2788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412480" y="20116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a 14-day trip in seconds, not weeks.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0" y="27889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33375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21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Place-pinned memory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88720" y="3840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120640" y="34290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receipt sticks to a GPS spot.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20640" y="4206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412480" y="34290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tab doubles as a travel diary.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12480" y="4206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498348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88720" y="47548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21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Item × person ledger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188720" y="5257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20640" y="48463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who ate what, who prepaid.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20640" y="5623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412480" y="48463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to the cent — no 'we'll round it later'.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12480" y="5623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SmartSplit  ·  FFB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WE VERIFY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1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Unequal Dinner Split, settled to the cent.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7315200" cy="457200"/>
          </a:xfrm>
          <a:prstGeom prst="rect">
            <a:avLst/>
          </a:prstGeom>
          <a:solidFill>
            <a:srgbClr val="F5F1EC"/>
          </a:solidFill>
          <a:ln w="12700">
            <a:solidFill>
              <a:srgbClr val="F5F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288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subtotal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0" y="18288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$294.00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7315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3317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fee (10%)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0" y="23317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$29.40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7315200" cy="457200"/>
          </a:xfrm>
          <a:prstGeom prst="rect">
            <a:avLst/>
          </a:prstGeom>
          <a:solidFill>
            <a:srgbClr val="F5F1EC"/>
          </a:solidFill>
          <a:ln w="12700">
            <a:solidFill>
              <a:srgbClr val="F5F1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8346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bill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17920" y="2834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$323.40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7315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1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3375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Yuki liability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33375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$118.80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7315200" cy="457200"/>
          </a:xfrm>
          <a:prstGeom prst="rect">
            <a:avLst/>
          </a:prstGeom>
          <a:solidFill>
            <a:srgbClr val="F5F1EC"/>
          </a:solidFill>
          <a:ln w="12700">
            <a:solidFill>
              <a:srgbClr val="F5F1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8404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 liability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38404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$79.20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343400"/>
            <a:ext cx="7315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1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3434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 liability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17920" y="4343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$72.60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846320"/>
            <a:ext cx="7315200" cy="457200"/>
          </a:xfrm>
          <a:prstGeom prst="rect">
            <a:avLst/>
          </a:prstGeom>
          <a:solidFill>
            <a:srgbClr val="F5F1EC"/>
          </a:solidFill>
          <a:ln w="12700">
            <a:solidFill>
              <a:srgbClr val="F5F1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8463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liability (incl. $30 deposit credit)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17920" y="4846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$52.80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22960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0E2148"/>
          </a:solidFill>
          <a:ln w="12700">
            <a:solidFill>
              <a:srgbClr val="0E21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0" y="20116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Integer cents.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rounding drift.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412480" y="365760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split is reproducible from the same scenario file —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by an automated script before each demo.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SmartSplit  ·  Proof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1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 stack. Heavy on parallel AI.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11680"/>
            <a:ext cx="137160" cy="1828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402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1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+ Vite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codebase → web, mobile-web, mini-program. No App Store gate.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201168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2011680"/>
            <a:ext cx="137160" cy="1828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2402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1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Parallel agents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583680" y="28346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OCR, item tagging, split math, memory tagging run concurrently.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4114800"/>
            <a:ext cx="137160" cy="1828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3434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1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Integer-cent ledger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22960" y="493776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floats. Verified by automated scenario tests.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17920" y="411480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4114800"/>
            <a:ext cx="137160" cy="1828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43434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1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GPS + place notes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583680" y="493776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 pinned to coordinates; memory map renders the trip.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SmartSplit  ·  Tech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NO-GO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1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honest call: GO — on the memory angle.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5577840" cy="4023360"/>
          </a:xfrm>
          <a:prstGeom prst="roundRect">
            <a:avLst>
              <a:gd name="adj" fmla="val 2727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2860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E2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5120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●"/>
            </a:pPr>
            <a:r>
              <a:rPr lang="en-US" sz="1500" dirty="0">
                <a:solidFill>
                  <a:srgbClr val="0E2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Splitwise / Uber solve one meal or one ride.
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●"/>
            </a:pPr>
            <a:r>
              <a:rPr lang="en-US" sz="1500" dirty="0">
                <a:solidFill>
                  <a:srgbClr val="0E2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owns the long-trip, multi-receipt memory.
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●"/>
            </a:pPr>
            <a:r>
              <a:rPr lang="en-US" sz="1500" dirty="0">
                <a:solidFill>
                  <a:srgbClr val="0E2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Receipt-scan + place-pinned diary = our moat.
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●"/>
            </a:pPr>
            <a:r>
              <a:rPr lang="en-US" sz="1500" dirty="0">
                <a:solidFill>
                  <a:srgbClr val="0E2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works end-to-end this week.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210312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WE'RE WATCHING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274320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○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already splits proportionally per leg.
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○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accuracy on handwritten receipts.
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○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China-only via ICP; global path TBD.
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○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team members under-contributing — flagged.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SmartSplit  ·  Go/No-Go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1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-1828800"/>
            <a:ext cx="4572000" cy="45720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0" y="731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0" y="1280160"/>
            <a:ext cx="5760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 the team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remembers.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217920" y="3840480"/>
            <a:ext cx="5760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"Split shouldn't be limited to a single meal.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can cover anything divisible."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17920" y="5029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Speaker 4, dev lead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demo  ·  smartsplit-demo-handoff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2026-05-17T05:42:05Z</dcterms:created>
  <dcterms:modified xsi:type="dcterms:W3CDTF">2026-05-17T05:42:05Z</dcterms:modified>
</cp:coreProperties>
</file>